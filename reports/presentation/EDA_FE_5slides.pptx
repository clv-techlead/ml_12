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EDA &amp; Feature Engineering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TTC Streetcar Delay Classification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EDA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Significant rush‑hour delay patterns (7–9 AM, 4–7 PM)</a:t>
            </a:r>
          </a:p>
          <a:p>
            <a:r>
              <a:rPr dirty="0"/>
              <a:t>Mechanical &amp; investigation incidents dominate</a:t>
            </a:r>
          </a:p>
          <a:p>
            <a:r>
              <a:rPr dirty="0"/>
              <a:t>Routes 501, 504, 505 show highest incident counts</a:t>
            </a:r>
          </a:p>
          <a:p>
            <a:r>
              <a:rPr dirty="0"/>
              <a:t>Weekends have fewer incidents but longer delays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2602"/>
          </a:xfrm>
        </p:spPr>
        <p:txBody>
          <a:bodyPr>
            <a:normAutofit fontScale="90000"/>
          </a:bodyPr>
          <a:lstStyle/>
          <a:p>
            <a:r>
              <a:rPr dirty="0"/>
              <a:t>Time‑Based Delay Patterns</a:t>
            </a:r>
          </a:p>
        </p:txBody>
      </p:sp>
      <p:pic>
        <p:nvPicPr>
          <p:cNvPr id="3" name="Picture 2" descr="avg_monthly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802532"/>
            <a:ext cx="4672584" cy="2626468"/>
          </a:xfrm>
          <a:prstGeom prst="rect">
            <a:avLst/>
          </a:prstGeom>
        </p:spPr>
      </p:pic>
      <p:pic>
        <p:nvPicPr>
          <p:cNvPr id="4" name="Picture 3" descr="delays_by_dayofwe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3712464"/>
            <a:ext cx="4672584" cy="29602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76338"/>
          </a:xfrm>
        </p:spPr>
        <p:txBody>
          <a:bodyPr>
            <a:normAutofit fontScale="90000"/>
          </a:bodyPr>
          <a:lstStyle/>
          <a:p>
            <a:r>
              <a:rPr dirty="0"/>
              <a:t>Route &amp; Incident Distribution</a:t>
            </a:r>
          </a:p>
        </p:txBody>
      </p:sp>
      <p:pic>
        <p:nvPicPr>
          <p:cNvPr id="3" name="Picture 2" descr="top12_incident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584" y="676338"/>
            <a:ext cx="3858768" cy="2861276"/>
          </a:xfrm>
          <a:prstGeom prst="rect">
            <a:avLst/>
          </a:prstGeom>
        </p:spPr>
      </p:pic>
      <p:pic>
        <p:nvPicPr>
          <p:cNvPr id="4" name="Picture 3" descr="top_routes_st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02" y="3675888"/>
            <a:ext cx="7161646" cy="3081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Added year, month, day, hour, </a:t>
            </a:r>
            <a:r>
              <a:rPr dirty="0" err="1"/>
              <a:t>is_weekend</a:t>
            </a:r>
            <a:endParaRPr dirty="0"/>
          </a:p>
          <a:p>
            <a:r>
              <a:rPr dirty="0"/>
              <a:t>Created </a:t>
            </a:r>
            <a:r>
              <a:rPr dirty="0" err="1"/>
              <a:t>delay_category</a:t>
            </a:r>
            <a:r>
              <a:rPr dirty="0"/>
              <a:t> (Low/Med/High)</a:t>
            </a:r>
          </a:p>
          <a:p>
            <a:r>
              <a:rPr dirty="0"/>
              <a:t>Encoded incident, route &amp; station</a:t>
            </a:r>
          </a:p>
          <a:p>
            <a:r>
              <a:rPr dirty="0"/>
              <a:t>Cleaned missing values (0/Unknown)</a:t>
            </a:r>
          </a:p>
          <a:p>
            <a:r>
              <a:rPr dirty="0"/>
              <a:t>Output ready for model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102</Words>
  <Application>Microsoft Office PowerPoint</Application>
  <PresentationFormat>On-screen Show (4:3)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EDA &amp; Feature Engineering Summary</vt:lpstr>
      <vt:lpstr>Key EDA Findings</vt:lpstr>
      <vt:lpstr>Time‑Based Delay Patterns</vt:lpstr>
      <vt:lpstr>Route &amp; Incident Distribution</vt:lpstr>
      <vt:lpstr>Feature Engineering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Kaushik</cp:lastModifiedBy>
  <cp:revision>2</cp:revision>
  <dcterms:created xsi:type="dcterms:W3CDTF">2013-01-27T09:14:16Z</dcterms:created>
  <dcterms:modified xsi:type="dcterms:W3CDTF">2025-11-13T15:59:39Z</dcterms:modified>
  <cp:category/>
</cp:coreProperties>
</file>